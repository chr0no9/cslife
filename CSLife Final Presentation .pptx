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58722e365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58722e365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8722e36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8722e36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8722e365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58722e365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58722e365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58722e365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58722e365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58722e365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8722e365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58722e36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8722e365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58722e365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94d57355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94d5735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8722e365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8722e36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94d57355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94d57355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58722e365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58722e365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8722e365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58722e365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58722e365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58722e365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DDD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DDD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rgbClr val="83C5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DDD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250800" y="1478550"/>
            <a:ext cx="2642400" cy="1234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E295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CSLife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78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06/22/2026</a:t>
            </a:r>
            <a:endParaRPr b="1" sz="3078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52250"/>
            <a:ext cx="8520600" cy="629100"/>
          </a:xfrm>
          <a:prstGeom prst="rect">
            <a:avLst/>
          </a:prstGeom>
          <a:solidFill>
            <a:srgbClr val="FFDDD2"/>
          </a:solidFill>
          <a:ln cap="flat" cmpd="sng" w="38100">
            <a:solidFill>
              <a:srgbClr val="E295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700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Members: Marco Nasirpour (Product Owner), Nima Jamshidi, Adrian Lopez, Ethan Zarella, Saniha Sreedhara</a:t>
            </a:r>
            <a:endParaRPr sz="1700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E295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 is a rigorous and competitive major with uncertainty in the job market.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 As CS students ourselves, we’ve struggled to maintain “work-life balance”.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our application: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prioritize coding, study, social life, work, and rest across 4 quarters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Experience life events like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hackathons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exams, and car problems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effects on happiness, health, social life, GPA and more.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effects on graduation outcomes.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new/future CS students to see if CS is for them.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Gives students and idea on how to maintain work-life balance.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Goals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fun and interactive simulator of a Computer Science student’s college experience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 players the importance of finding a balance in their academic, social and personal lives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how the decisions they make throughout their college, effects their GPA, health, happiness, and future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goals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player’s knowledge on actual computer science concepts such as: Data Structures, Computer Principles, Computer Architecture and Programming languages: Python, C, and C++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Biggest Challenges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several mini-games which was time consuming to implement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multiple unique events to keep game engaging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screens meant huge focus on design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Managing and updating player data across multiple pages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Had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occasional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merge conflicts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Times New Roman"/>
              <a:buChar char="➔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zone differences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870350"/>
            <a:ext cx="8520600" cy="33765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E295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Demo</a:t>
            </a:r>
            <a:endParaRPr b="1" sz="7000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311250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 title="Screenshot 2026-07-21 at 5.49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77" y="2287925"/>
            <a:ext cx="2560348" cy="1463039"/>
          </a:xfrm>
          <a:prstGeom prst="rect">
            <a:avLst/>
          </a:prstGeom>
          <a:noFill/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7" name="Google Shape;87;p18" title="Screenshot 2026-07-21 at 5.51.0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38" y="2287925"/>
            <a:ext cx="2560323" cy="1463039"/>
          </a:xfrm>
          <a:prstGeom prst="rect">
            <a:avLst/>
          </a:prstGeom>
          <a:noFill/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8" title="Screenshot 2026-07-21 at 5.52.3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6767" y="2287925"/>
            <a:ext cx="2560323" cy="1463040"/>
          </a:xfrm>
          <a:prstGeom prst="rect">
            <a:avLst/>
          </a:prstGeom>
          <a:noFill/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8"/>
          <p:cNvSpPr txBox="1"/>
          <p:nvPr/>
        </p:nvSpPr>
        <p:spPr>
          <a:xfrm>
            <a:off x="1137200" y="3932550"/>
            <a:ext cx="131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 Menu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912150" y="3932550"/>
            <a:ext cx="131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Character Creation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687100" y="3932550"/>
            <a:ext cx="131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Point Allocation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 Cont.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339300" y="1247850"/>
            <a:ext cx="8465400" cy="352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7-21 at 5.58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71" y="2278075"/>
            <a:ext cx="2560323" cy="146303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9" title="Screenshot 2026-07-21 at 5.59.1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47" y="2278075"/>
            <a:ext cx="2560323" cy="146304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19" title="Screenshot 2026-07-21 at 6.01.25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3121" y="2278075"/>
            <a:ext cx="2560323" cy="146303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6D7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9"/>
          <p:cNvSpPr txBox="1"/>
          <p:nvPr/>
        </p:nvSpPr>
        <p:spPr>
          <a:xfrm>
            <a:off x="1100438" y="3932550"/>
            <a:ext cx="144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Mini-Games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851700" y="3932550"/>
            <a:ext cx="144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Random Event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6602950" y="3932550"/>
            <a:ext cx="144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Grad Outcome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Shared repository used by all five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projects was used to manage tasks, user stories, sprint planning and overall project progression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Studio Code (VS Code):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to write and edit the codebase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Extension (Live Server): used locally to run and test the game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Local Storage: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Saving player progression and ensuring the game data was saved without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use a database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HTML: Build the structure and layout of the game interface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CSS: Styling the game screen and it’s layouts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JavaScript: Implementing game logic, including mini-games, events, and user interactions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4200" y="2940050"/>
            <a:ext cx="2427101" cy="1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</a:t>
            </a: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</a:t>
            </a: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Techniques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Scrum: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Agile Scrum workflow for all four sprints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Held regular meetings to discuss project progress and ensure that everyone is on track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Stories: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user stories to guide what the features need to look like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each user story into multiple smaller and manageable tasks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Planning: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each sprint before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user stories and tasks to each team member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Management Techniques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Projects: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Github projects to organize tasks and track sprint progress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Organize tasks into different sections (To Do, In Progress, Testing, Review with Group, and Done) to keep track of status of each task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communication: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Communicated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group text messages and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meetings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Resolved issues and conflicts by coordinating in the meetings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Liked/Disliked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Liked: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the project board on Github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meetings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◆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Regular updates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Adding fun features like the avatar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Game is easy to understand and play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possible endings promotes users to replay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Disliked: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in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schedule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Occasional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merge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600"/>
              <a:buFont typeface="Times New Roman"/>
              <a:buChar char="➔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Could implement more graduation outcomes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Lessons Learned</a:t>
            </a:r>
            <a:endParaRPr b="1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780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74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➔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Teamwork and Collaboration</a:t>
            </a: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◆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Practiced and further developed engineering practices learned during the course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●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integration, peer review…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➔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Scrum Methodology 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◆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basic project management practices 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●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Scrum teams, sprint planning, Daily Scrum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➔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Programming Practices  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◆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Learned team programming practice 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2740" lvl="2" marL="13716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40"/>
              <a:buFont typeface="Times New Roman"/>
              <a:buChar char="●"/>
            </a:pPr>
            <a:r>
              <a:rPr lang="en" sz="16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one file at a time, coding functions with only one responsibility and fixing GitHub conflicts</a:t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6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12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870350"/>
            <a:ext cx="8520600" cy="337650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E295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b="1" sz="7000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6D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Questions/Comments?</a:t>
            </a:r>
            <a:endParaRPr b="1" sz="3000">
              <a:solidFill>
                <a:srgbClr val="006D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